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27275A-5004-4488-BB2B-8541C3EB84DB}" v="6" dt="2018-08-08T09:05:58.3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96"/>
    <p:restoredTop sz="94647"/>
  </p:normalViewPr>
  <p:slideViewPr>
    <p:cSldViewPr snapToGrid="0" snapToObjects="1">
      <p:cViewPr varScale="1">
        <p:scale>
          <a:sx n="99" d="100"/>
          <a:sy n="99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pages.store.office.com/addinsinstallpage.aspx?rs=en-US&amp;assetid=WA200010001&amp;isWac=True&amp;ui=en-US&amp;ad=US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14399" y="2450924"/>
            <a:ext cx="5943600" cy="2102400"/>
          </a:xfrm>
          <a:prstGeom prst="rect">
            <a:avLst/>
          </a:prstGeom>
          <a:ln>
            <a:noFill/>
          </a:ln>
        </p:spPr>
      </p:pic>
      <p:pic>
        <p:nvPicPr>
          <p:cNvPr id="23" name="CommandButton" descr="Command button for Claude by Anthropic for PowerPoint.">
            <a:extLst>
              <a:ext uri="{FF2B5EF4-FFF2-40B4-BE49-F238E27FC236}">
                <a16:creationId xmlns:a16="http://schemas.microsoft.com/office/drawing/2014/main" id="{D2614768-D639-430A-A805-FC966946EF5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8019" y="3056220"/>
            <a:ext cx="473876" cy="478846"/>
          </a:xfrm>
          <a:prstGeom prst="rect">
            <a:avLst/>
          </a:prstGeom>
          <a:noFill/>
        </p:spPr>
      </p:pic>
      <p:pic>
        <p:nvPicPr>
          <p:cNvPr id="15" name="Add-in_Icon" descr="Icon for Claude by Anthropic for PowerPoint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5"/>
              </a:rPr>
              <a:t>https://pages.store.office.com/addinsinstallpage.aspx?rs=en-US&amp;assetid=WA200010001&amp;isWac=True&amp;ui=en-US&amp;ad=US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sp>
        <p:nvSpPr>
          <p:cNvPr id="13" name="GroupName">
            <a:extLst>
              <a:ext uri="{FF2B5EF4-FFF2-40B4-BE49-F238E27FC236}">
                <a16:creationId xmlns:a16="http://schemas.microsoft.com/office/drawing/2014/main" id="{A6817EF0-1454-46EA-8D01-85B74F1678B5}"/>
              </a:ext>
            </a:extLst>
          </p:cNvPr>
          <p:cNvSpPr txBox="1"/>
          <p:nvPr/>
        </p:nvSpPr>
        <p:spPr>
          <a:xfrm>
            <a:off x="5399979" y="3865366"/>
            <a:ext cx="909955" cy="30988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lang="en-GB" sz="800" kern="1200" dirty="0">
                <a:solidFill>
                  <a:srgbClr val="404040"/>
                </a:solidFill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Claude</a:t>
            </a:r>
            <a:endParaRPr lang="en-IE" sz="1200" dirty="0">
              <a:effectLst/>
              <a:latin typeface="Segoe UI" panose="020B0502040204020203" pitchFamily="34" charset="0"/>
              <a:ea typeface="Times New Roman" panose="02020603050405020304" pitchFamily="18" charset="0"/>
              <a:cs typeface="Segoe UI" panose="020B0502040204020203" pitchFamily="34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666462" y="2737247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Claude by Anthropic for PowerPoint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561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487cda5-9b70-43a5-9af0-4ba1cbf2b901}">
  <we:reference id="WA200010001" version="1.0.0.1" store="en-US" storeType="OMEX"/>
  <we:alternateReferences/>
  <we:properties>
    <we:property name="Microsoft.Office.CampaignId" value="&quot;none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1718</TotalTime>
  <Words>83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Kevin Prinsloo</cp:lastModifiedBy>
  <cp:revision>3</cp:revision>
  <dcterms:created xsi:type="dcterms:W3CDTF">2018-06-07T21:39:02Z</dcterms:created>
  <dcterms:modified xsi:type="dcterms:W3CDTF">2026-04-20T13:07:47Z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MSIP_Label_99bca4c2-e50b-486e-8f26-05163b174112_Enabled">
    <vt:lpwstr>true</vt:lpwstr>
  </property>
  <property fmtid="{D5CDD505-2E9C-101B-9397-08002B2CF9AE}" pid="11" name="MSIP_Label_99bca4c2-e50b-486e-8f26-05163b174112_SetDate">
    <vt:lpwstr>2026-04-20T09:44:52Z</vt:lpwstr>
  </property>
  <property fmtid="{D5CDD505-2E9C-101B-9397-08002B2CF9AE}" pid="12" name="MSIP_Label_99bca4c2-e50b-486e-8f26-05163b174112_Method">
    <vt:lpwstr>Privileged</vt:lpwstr>
  </property>
  <property fmtid="{D5CDD505-2E9C-101B-9397-08002B2CF9AE}" pid="13" name="MSIP_Label_99bca4c2-e50b-486e-8f26-05163b174112_Name">
    <vt:lpwstr>General - Prod</vt:lpwstr>
  </property>
  <property fmtid="{D5CDD505-2E9C-101B-9397-08002B2CF9AE}" pid="14" name="MSIP_Label_99bca4c2-e50b-486e-8f26-05163b174112_SiteId">
    <vt:lpwstr>68b865d5-cf18-4b2b-82a4-a4eddb9c5237</vt:lpwstr>
  </property>
  <property fmtid="{D5CDD505-2E9C-101B-9397-08002B2CF9AE}" pid="15" name="MSIP_Label_99bca4c2-e50b-486e-8f26-05163b174112_ActionId">
    <vt:lpwstr>8891b615-bf30-411a-b025-df9cd9488bc8</vt:lpwstr>
  </property>
  <property fmtid="{D5CDD505-2E9C-101B-9397-08002B2CF9AE}" pid="16" name="MSIP_Label_99bca4c2-e50b-486e-8f26-05163b174112_ContentBits">
    <vt:lpwstr>0</vt:lpwstr>
  </property>
  <property fmtid="{D5CDD505-2E9C-101B-9397-08002B2CF9AE}" pid="17" name="MSIP_Label_99bca4c2-e50b-486e-8f26-05163b174112_Tag">
    <vt:lpwstr>50, 0, 1, 1</vt:lpwstr>
  </property>
</Properties>
</file>